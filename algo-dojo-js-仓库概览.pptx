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7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algo-dojo-js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 算法刷题笔记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C3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按解题套路分类整理 | 模板驱动 | 间隔复习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C3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2025 - 2026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仓库简介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JavaScript 记录算法刷题与笔记的个人仓库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核心目标：按解题套路分类整理，构建可复用的思维模板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技术栈：Node.js + VS Code + PM2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自动化复习系统：基于记忆曲线（1/3/7/15 天）自动生成复习时间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使用方式：在 VS Code 中键入 review / rv / 复习 触发代码片段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 135 道题解，155 次 Git 提交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目录结构总览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73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src/easy/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12 道简单难度题解（纯英文函数命名）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src/middle/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6 道中等难度题解（纯英文函数命名）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src/sort-by-type/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117 道题解，按算法类型分类整理（核心知识库）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scripts/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自动化脚本（复习 snippet 生成器）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.vscode/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VS Code 配置（调试、snippet、任务）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文件命名规范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easy/middle：纯英文 camelCase（如 twoSum.js、maxSubArray.js）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sort-by-type：【难度】题号. 题目名.js（如【1591】3355. 零数组变换 I.js）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模版标记：【--模版】表示模板题，🌟 前缀表示重点收藏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题量统计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320040">
                <a:tc row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 滑动窗口与双指针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定长滑动窗口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不定长：越短越合法（求最长）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不定长：越长越合法（求最短）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不定长：求子数组个数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row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 二分算法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二分查找（基础）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二分查找（进阶）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二分答案：求最小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二分答案：求最大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rowSpan="7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 数据结构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枚举技巧：枚举右维护左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枚举技巧：枚举中间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枚举技巧：遍历对角线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前缀和（基础 + 哈希表 + 二维）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差分（一维）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easy / middle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按难度分类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4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总计：135 道题解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2743200" cy="164592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  <a:effectLst>
            <a:outerShdw sx="100000" sy="100000" kx="0" ky="0" algn="bl" rotWithShape="0" blurRad="76200" dist="38100" dir="16200000">
              <a:srgbClr val="888888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滑动窗口与双指针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2743200" cy="1645920"/>
          </a:xfrm>
          <a:prstGeom prst="roundRect">
            <a:avLst>
              <a:gd name="adj" fmla="val 8333"/>
            </a:avLst>
          </a:prstGeom>
          <a:solidFill>
            <a:srgbClr val="ED7D31"/>
          </a:solidFill>
          <a:ln/>
          <a:effectLst>
            <a:outerShdw sx="100000" sy="100000" kx="0" ky="0" algn="bl" rotWithShape="0" blurRad="76200" dist="38100" dir="16200000">
              <a:srgbClr val="888888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二分算法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2286000"/>
            <a:ext cx="2743200" cy="1645920"/>
          </a:xfrm>
          <a:prstGeom prst="roundRect">
            <a:avLst>
              <a:gd name="adj" fmla="val 8333"/>
            </a:avLst>
          </a:prstGeom>
          <a:solidFill>
            <a:srgbClr val="70AD47"/>
          </a:solidFill>
          <a:ln/>
          <a:effectLst>
            <a:outerShdw sx="100000" sy="100000" kx="0" ky="0" algn="bl" rotWithShape="0" blurRad="76200" dist="38100" dir="16200000">
              <a:srgbClr val="888888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6517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08080"/>
                </a:solidFill>
              </a:rPr>
              <a:t>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26517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08080"/>
                </a:solidFill>
              </a:rPr>
              <a:t>➤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657600" y="457200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572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src/easy + src/middle：18 道基础题（入门热身）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渐进式学习：基础 → 进阶 → 思维扩展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文件命名与提交规范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文件命名格式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【难度】题号. 题目名.js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例：【1591】3355. 零数组变换 I.js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【--】表示难度未评级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【--模版】表示模板/经典题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前缀表示重点收藏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提交格式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737360"/>
            <a:ext cx="5760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【类型】XX 【题目】XX 【难度】XX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例：【类型】栈 【题目】1441. 用栈操作构建数组 【难度】1180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类型即算法分类（滑动窗口、二分、前缀和等）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结构化提交便于回溯学习进度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模板驱动的学习方式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每种算法类型都配有 JS 伪代码模板（如滑动窗口的 入-更新-出 模式）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模板题标记为【模版】，是理解该套路的关键入口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同类型题目共享相同的解题框架，仅在统计量和判断条件上有差异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滑动窗口与双指针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320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24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道题解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属于双指针的一种，常用于数组/字符串的子数组/子串问题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适用条件：数据结构为数组或字符串 + 求满足条件的子数组/子串 + 具有单调性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定长滑动窗口（8 题）— 窗口大小固定为 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不定长滑动窗口（26 题）：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越短越合法，求最长/最大（10 题）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越长越合法，求最短/最小（6 题）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求子数组个数（10 题）— 含恰好型滑动窗口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定长滑动窗口 — 入·更新·出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02920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ans, win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n; i++)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updateIn(win, a[i])       // 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 &lt; k - 1) continue   // 未形成窗口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 = updateAns(ans, win)  // 更新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updateOut(win, a[i-k+1])   // 出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入：a[i] 进入窗口，更新统计量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判断：窗口是否已满（i &gt;= k-1）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更新：窗口已满时更新答案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出：a[i-k+1] 离开窗口，为下轮准备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4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道题目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643. 子数组最大平均数I | 1456. 定长子串中元音的最大数目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1343. 大小为K且平均值大于等于阈值 | 2090. 半径为k的子数组平均值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2379. 得到K个黑块的最少涂色次数 | 2841. 几乎唯一子数组的最大和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2461. 长度为K子数组中的最大和 | 1423. 可获得的最大点数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不定长滑动窗口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越短越合法 — 求最长/最大（10 题）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右扩，违法则左缩：while (!valid) { left++ 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典型题：3. 无重复字符的最长子串、904. 水果成篮、1004. 最大连续1的个数III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越长越合法 — 求最短/最小（6 题）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右扩到合法，尽量左缩：while (valid) { 更新答案; left++ 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典型题：209. 长度最小的子数组、76. 最小覆盖子串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求子数组个数（10 题）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越短越合法：ans += right - left + 1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越长越合法：ans += left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恰好型：atMost(K) - atMost(K-1)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典型题：930. 和相同的二元子数组、1248. 统计「优美子数组」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二分算法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320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24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道题解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核心思想：利用有序性，每次将查找范围减半，O(n) → O(log 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关键概念：循环不变量 — 区间外的元素性质是确定的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二分查找（14 题）：在有序数组中查找目标值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基础（6 题）：lowerBound 模板 + 基本变式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进阶（8 题）：思维扩展，结合其他数据结构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二分答案（5 题）：对答案空间进行二分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求最小（3 题）/ 求最大（2 题）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 — 循环不变量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常用转化表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需求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写法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&gt;=x 的第一个元素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lowerBound(nums, 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&gt;x 的第一个元素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lowerBound(nums, x+1)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&lt;x 的最后一个元素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lowerBound(nums, x) - 1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&lt;=x 的最后一个元素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lowerBound(nums, x+1) - 1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循环不变量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0" y="164592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 的左边：都 &lt; x（确定）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right 的右边：都 &gt;= x（确定）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区间内：尚未确定与 target 的关系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区间为空时循环结束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典型题：704. 二分查找、35. 搜索插入位置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34. 查找元素的第一个和最后一个位置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 — 对答案空间二分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题目类型：给定一个范围，查找满足条件的答案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前提：目标函数关于答案单调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核心思路：题目求什么，就二分什么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与数组二分查找的联系：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假设答案在 [2,5]，相当于在虚拟数组 [check(2), check(3), check(4), check(5)] 中二分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check(i) 的单调性 = 有序数组的单调性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求最小（3 题）：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1283. 使结果不超过阈值的最小除数 | 2187. 完成旅途的最少时间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3824. 减小数组使其满足条件的最小K值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求最大（2 题）：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275. H 指数 II | 2226. 每个小孩最多能分到多少糖果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数据结构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320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24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道题解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最大的分类模块，涵盖多种常用数据结构与技巧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子分类：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常用枚举技巧（33 题）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枚举右，维护左（24 题）— 哈希表 + 遍历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枚举中间（5 题）— 前后缀分解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遍历对角线（4 题）— 矩阵技巧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前缀和（19 题）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基础 + 思维扩展（11 题）/ 前缀和与哈希表（7 题）/ 二维前缀和（3 题）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差分（8 题）— 一维差分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栈（2 题）— 基础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常用枚举技巧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枚举右，维护左（24 题）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双变量问题 → 枚举右边，用哈希表维护左边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经典应用：两数之和 a[i] + a[j] = 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典型题：1. 两数之和、121. 买卖股票的最佳时机、1679. K和数对的最大数目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枚举中间（5 题）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三/四变量问题 → 枚举中间变量，i 和 k 自动被 j 隔开，互相独立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思路：前后缀分解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典型题：1930. 长度为3的不同回文子序列、3128. 直角三角形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遍历对角线（4 题）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矩阵对角线遍历：k = i+j+1，范围 [1, m+n-1]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典型题：498. 对角线遍历、1329. 将矩阵按对角线排序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基础前缀和（11 题）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预处理：s[i+1] = s[i] + nums[i]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区间和：nums[left..right] = s[right+1] - s[left]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时间复杂度：查询 O(1)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典型题：303. 区域和检索（模板）、53. 最大子数组和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 + 哈希表（7 题）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统计子数组和 = k 的个数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枚举右 s[j]，在哈希表找 s[j]-k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 {0: 1}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典型题：560. 和为K的子数组（模板）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二维前缀和（3 题）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预处理：s[i+1][j+1] = s[i][j+1] + s[i+1][j] - s[i][j] + matrix[i][j]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子矩形和：sum = s[r2+1][c2+1] - s[r2+1][c1] - s[r1][c2+1] + s[r1][c1]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容斥原理的应用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一维差分（8 题）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核心思想：区间更新操作的高效实现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操作：对区间 [left, right] 加 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diff[left] += 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diff[right+1] -= 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最后对 diff 求前缀和得到结果数组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时间复杂度：O(1) 区间更新 + O(n) 还原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典型题目：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1109. 航班预订统计 | 3355. 零数组变换 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2960. 统计已测试设备 | 1094. 拼车（模板）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253. 会议室II | 2406. 将区间分为最少组数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320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24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道基础题解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栈是一种后进先出（LIFO）的数据结构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当前进度：基础阶段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已完成题目：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1441. 用栈操作构建数组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844. 比较含退格的字符串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单调栈（求下一个更大/更小元素）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括号匹配、表达式求值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栈与队列的相互实现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按难度分类 — easy / middle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Easy（12 题）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twoSum — 两数之和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isValid — 有效的括号（栈）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 — 合并两个有序数组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reverseList — 反转链表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hasCycle — 环形链表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maxProfit — 买卖股票的最佳时机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maxScore — 最大得分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addStrings — 字符串相加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transpose — 转置矩阵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isPowerOfTwo / isPowerOfThree / isUgly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Middle（6 题）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threeSum — 三数之和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maxSubArray — 最大子数组和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lengthOfLongestSubstring — 无重复字符的最长子串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permute — 全排列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levelOrder — 二叉树的层序遍历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compareVersion — 比较版本号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这些题目是算法入门的基础练习，部分已被分类到 sort-by-type 中对应的知识点下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自动化复习系统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基于艾宾浩斯记忆曲线的间隔复习机制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复习间隔：+1 天、+3 天、+7 天、+15 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解完一道题后，在文件中键入 review / rv / 复习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自动生成一行带未来复习日期的记录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每天打开 VS Code 时自动更新日期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scripts/updateReviewSnippet.js — 计算日期并写入 snippet 文件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ecosystem.config.js — PM2 进程管理，开机自启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.vscode/tasks.json — VS Code 任务配置，打开/关闭文件夹时管理 PM2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依赖：lodash + pm2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总结与下一步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D247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当前成果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135 道题解，覆盖 3 大算法分类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 JS 模板体系（滑动窗口、二分、前缀和等）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间隔复习自动化系统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结构化的 Git 提交历史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4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栈：单调栈、括号匹配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队列：优先队列、单调队列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链表：快慢指针、反转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树：遍历、构造、BST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图：BFS/DFS、拓扑排序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动态规划：背包、区间DP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贪心算法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持续刷题，持续积累，模板驱动，分类记忆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algo-dojo-js 算法刷题笔记</dc:title>
  <dc:subject>PptxGenJS Presentation</dc:subject>
  <dc:creator>algo-dojo-js</dc:creator>
  <cp:lastModifiedBy>algo-dojo-js</cp:lastModifiedBy>
  <cp:revision>1</cp:revision>
  <dcterms:created xsi:type="dcterms:W3CDTF">2026-05-17T15:06:42Z</dcterms:created>
  <dcterms:modified xsi:type="dcterms:W3CDTF">2026-05-17T15:06:42Z</dcterms:modified>
</cp:coreProperties>
</file>